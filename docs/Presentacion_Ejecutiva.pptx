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114300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4C81"/>
                </a:solidFill>
              </a:rPr>
              <a:t>Ecommify Database Design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21792" y="187452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Diseno conceptual y logico de la base de datos del proyecto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21792" y="233172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66E"/>
                </a:solidFill>
              </a:rPr>
              <a:t>Arquitectura Poliglota Hibrida: PostgreSQL + MongoDB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5394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B667A"/>
                </a:solidFill>
              </a:rPr>
              <a:t>Andres Fernando Diaz Moreno | Carlos Alberto Arevalo Martinez | Luis Alfredo Gonzalez Mercado | Andres Camilo Lopez Castro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y requisitos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234440"/>
            <a:ext cx="10332720" cy="4800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multivendedor basado en el dataset Brazilian E-Commerce by Olist.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Cargas OLTP: ordenes, pagos, clientes, envios y auditoria.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Cargas OLAP: ventas por categoria, segmentos de clientes, sellers y geografia.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Metas: menos de 100 ms en PostgreSQL, menos de 200 ms en MongoDB y mas de 99% de disponibilidad.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67A"/>
                </a:solidFill>
              </a:rPr>
              <a:t>Ecommify Database Design | 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Diseno conceptual 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143000"/>
            <a:ext cx="4617720" cy="4800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4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usa customer_unique_id como identidad real del cliente.</a:t>
            </a:r>
            <a:endParaRPr lang="en-US" sz="1400" dirty="0"/>
          </a:p>
          <a:p>
            <a:pPr marL="165100" indent="-165100">
              <a:buSzPct val="100000"/>
              <a:buChar char="•"/>
            </a:pPr>
            <a:r>
              <a:rPr lang="en-US" sz="14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se separa para corregir la dependencia transitiva del modelo inicial.</a:t>
            </a:r>
            <a:endParaRPr lang="en-US" sz="1400" dirty="0"/>
          </a:p>
          <a:p>
            <a:pPr marL="165100" indent="-165100">
              <a:buSzPct val="100000"/>
              <a:buChar char="•"/>
            </a:pPr>
            <a:r>
              <a:rPr lang="en-US" sz="14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Order, OrderItem, Payment y OrderStatusHistory forman el nucleo transaccional.</a:t>
            </a:r>
            <a:endParaRPr lang="en-US" sz="1400" dirty="0"/>
          </a:p>
          <a:p>
            <a:pPr marL="165100" indent="-165100">
              <a:buSzPct val="100000"/>
              <a:buChar char="•"/>
            </a:pPr>
            <a:r>
              <a:rPr lang="en-US" sz="14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queda como entidad logica con almacenamiento fisico en MongoDB.</a:t>
            </a:r>
            <a:endParaRPr lang="en-US" sz="1400" dirty="0"/>
          </a:p>
        </p:txBody>
      </p:sp>
      <p:pic>
        <p:nvPicPr>
          <p:cNvPr id="5" name="Image 0" descr="/Users/luisgonzalez/Downloads/Bases_de_Datos/Ecommify_Database_Design/docs/diagrams/ER_Ecommif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005840"/>
            <a:ext cx="598932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577840" y="1005840"/>
            <a:ext cx="5989320" cy="4343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8E2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4465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67A"/>
                </a:solidFill>
              </a:rPr>
              <a:t>Ecommify Database Design | 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Esquema relacional PostgreSQL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234440"/>
            <a:ext cx="10332720" cy="4800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Tablas principales: customer, order, order_item, payment, product, seller, category, promotion y geolocation.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se particiona por order_purchase_timestamp para consultas por rango temporal.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FKs y CHECK constraints protegen integridad transaccional y reglas de negocio.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Materialized views separan reportería de la carga OLTP.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67A"/>
                </a:solidFill>
              </a:rPr>
              <a:t>Ecommify Database Design | 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avanzados y extensiones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234440"/>
            <a:ext cx="10332720" cy="4800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JSONB para especificaciones variables de producto.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TEXT[] para fotos y etiquetas; HSTORE para metadatos ligeros.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TSTZRANGE para vigencia de promociones.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PostGIS, pg_trgm, pgcrypto, hstore y btree_gin como extensiones justificadas.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67A"/>
                </a:solidFill>
              </a:rPr>
              <a:t>Ecommify Database Design | 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Modulo MongoDB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234440"/>
            <a:ext cx="10332720" cy="4800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product_catalog como proyeccion denormalizada para lectura de frontend.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como storage primario con referencias logicas a PostgreSQL.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analytics_events usa Bucket Pattern para alto throughput.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user_sessions usa TTL nativo para datos efimeros.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67A"/>
                </a:solidFill>
              </a:rPr>
              <a:t>Ecommify Database Design | 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decision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234440"/>
            <a:ext cx="10332720" cy="4800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aloja entidades con ACID, relaciones criticas y auditoria.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aloja documentos flexibles, alto volumen de eventos y datos efimeros.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es fuente de verdad en PostgreSQL; product_catalog se sincroniza a MongoDB.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aceptan consistencia eventual por su menor criticidad transaccional.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67A"/>
                </a:solidFill>
              </a:rPr>
              <a:t>Ecommify Database Design | 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CAP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234440"/>
            <a:ext cx="10332720" cy="4800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Pagos, ordenes y catalogo fuente se disenan como CP.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Catalogo de lectura, reviews, eventos y sesiones se disenan como AP.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existe una posicion CAP global optima para todo Ecommify.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arquitectura hibrida asigna el trade-off CAP por modulo.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67A"/>
                </a:solidFill>
              </a:rPr>
              <a:t>Ecommify Database Design | 8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hibrida y sincronizacion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143000"/>
            <a:ext cx="4617720" cy="4800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4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CDC con Debezium/Kafka como opcion primaria.</a:t>
            </a:r>
            <a:endParaRPr lang="en-US" sz="1400" dirty="0"/>
          </a:p>
          <a:p>
            <a:pPr marL="165100" indent="-165100">
              <a:buSzPct val="100000"/>
              <a:buChar char="•"/>
            </a:pPr>
            <a:r>
              <a:rPr lang="en-US" sz="14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ETL cada 6 horas o nocturno como fallback para Atlas M0.</a:t>
            </a:r>
            <a:endParaRPr lang="en-US" sz="1400" dirty="0"/>
          </a:p>
          <a:p>
            <a:pPr marL="165100" indent="-165100">
              <a:buSzPct val="100000"/>
              <a:buChar char="•"/>
            </a:pPr>
            <a:r>
              <a:rPr lang="en-US" sz="14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Upserts idempotentes por product_id y validacion por source_updated_at.</a:t>
            </a:r>
            <a:endParaRPr lang="en-US" sz="1400" dirty="0"/>
          </a:p>
          <a:p>
            <a:pPr marL="165100" indent="-165100">
              <a:buSzPct val="100000"/>
              <a:buChar char="•"/>
            </a:pPr>
            <a:r>
              <a:rPr lang="en-US" sz="14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checkout valida precio y promociones contra PostgreSQL.</a:t>
            </a:r>
            <a:endParaRPr lang="en-US" sz="1400" dirty="0"/>
          </a:p>
        </p:txBody>
      </p:sp>
      <p:pic>
        <p:nvPicPr>
          <p:cNvPr id="5" name="Image 0" descr="/Users/luisgonzalez/Downloads/Bases_de_Datos/Ecommify_Database_Design/docs/diagrams/arquitectura_hibri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005840"/>
            <a:ext cx="598932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577840" y="1005840"/>
            <a:ext cx="5989320" cy="4343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8E2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4465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67A"/>
                </a:solidFill>
              </a:rPr>
              <a:t>Ecommify Database Design | 9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Limitaciones y mitigaciones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234440"/>
            <a:ext cx="10332720" cy="4800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free tier: indices selectivos, particiones y refresh fuera de horas pico.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M0: TTL, catalogo solo de productos activos y sin sharding.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Referencias cross-motor: validacion en aplicacion y deteccion ETL.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Consistencia eventual del catalogo mitigada por validacion transaccional en checkout.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67A"/>
                </a:solidFill>
              </a:rPr>
              <a:t>Ecommify Database Design | 10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implementacion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234440"/>
            <a:ext cx="10332720" cy="4800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Crear extensiones, tipos y tablas PostgreSQL.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Cargar Olist por chunks y validar constraints.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Crear indices, particiones, triggers y materialized views.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Crear colecciones MongoDB e indices.</a:t>
            </a:r>
            <a:endParaRPr lang="en-US" sz="1600" dirty="0"/>
          </a:p>
          <a:p>
            <a:pPr marL="165100" indent="-1651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Implementar ETL/CDC y pruebas de consistencia.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67A"/>
                </a:solidFill>
              </a:rPr>
              <a:t>Ecommify Database Design | 11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Universidad de La Sabana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Presentacion Ejecutiva Ecommify</dc:title>
  <dc:subject>Diseno conceptual y logico de base de datos</dc:subject>
  <dc:creator>Ecommify Database Design Team</dc:creator>
  <cp:lastModifiedBy>Ecommify Database Design Team</cp:lastModifiedBy>
  <cp:revision>1</cp:revision>
  <dcterms:created xsi:type="dcterms:W3CDTF">2026-05-24T21:26:51Z</dcterms:created>
  <dcterms:modified xsi:type="dcterms:W3CDTF">2026-05-24T21:26:51Z</dcterms:modified>
</cp:coreProperties>
</file>